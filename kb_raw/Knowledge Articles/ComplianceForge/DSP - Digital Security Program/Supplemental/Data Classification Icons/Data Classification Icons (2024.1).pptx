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2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E58D-B372-45B9-804D-7BF103989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A7BD9-D65E-4162-B3E1-EBD066355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4031F-1136-4949-85F4-A2E18F31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EFAF9-971A-47EB-8F0F-6BA6E7F5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FDD1-9706-4243-B3AB-C0CE0504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1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E4D0-0BAB-48AF-8516-E1A0FB33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7171-BBE7-4DA8-AEFE-2A591A0A1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4B585-415A-4B0A-A1DB-A2E23557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39CBD-7ED2-44F3-8530-6ED38CEA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074FF-2948-455D-9768-E80DCBD2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1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633F-E9B1-4AA6-BBBD-E72DAB66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A4140-D28D-4CDA-8F82-D1489D832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DF67F-28C2-4584-8D7B-3BFC7DCF4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6C202-BEE1-413B-A50A-7E72E451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AD520-AA2A-4245-A0A0-30D1B78D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3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2BFD-7CDA-4F32-B0C9-FC6B4FDC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5CC0A-B09F-438C-8392-63B606BF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EDFBB-8639-4E44-977E-6D2663E2E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CCBBF-02B3-4304-8B7B-2813C126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C944E-E5F3-4B60-A05F-0AA31442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16A64-9860-469D-B37B-94E53932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8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7C98-0B0F-4849-B8BA-6851D661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DF921-7FA2-4401-8E4F-F8A29DEB2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B7253-38E8-44C6-A3B7-CB393BF7A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84F01-4BCE-4214-BD29-DFBBDAB63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A1F39-EAA7-43CE-8B6B-92DFE667E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ADE93-9C80-4297-A7D3-5751A604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9B975-FA5A-4788-BDCD-AFAE0954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4FE7C-42F3-4DC2-AC8E-25265766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8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76BF-F0B5-447D-9DE1-3C79EAE0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BB4CF-DD7C-4758-9E54-3AA521DA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C776C-ACB7-48C9-B820-D996F0C8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6698F-4491-4D6F-BEED-418704BA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8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587E4-9EF8-4B4E-AE00-DBF3AAEB2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4CDFB-F817-4EAB-92E6-A4BCC95A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840F3-801C-4F23-B210-D3715F3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7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D4DD-0A77-4444-A62B-B7FB9ED4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FBB6-063D-4922-B7D3-C08631CB6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12C69-D009-4CCA-AD4A-BA353F51F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3219C-D69C-4E9B-A57B-062D70D0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8845F-560E-4B24-8F84-389161C1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9B57E-3CC1-4D42-BBBB-A6DF280A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9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FF4D-8537-4464-855C-31A67864A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70A60-C6B1-4137-B35C-697970DC8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91751-4C1A-4DE9-96EB-72F7623F4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BF028-A181-499B-ABB6-1FFE3BD4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F9084-A63C-4B13-8597-BEFB34B6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A2E68-2522-4E97-A81C-55DE2B0D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2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5127-441F-4944-8E18-AC4ED08F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9D7BA-654B-4C50-9395-6687144B5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0CAB2-7811-41E9-A870-EB7C744F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82F8D-9F32-446A-97DE-E9EA15C4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116C9-BB2C-4FD5-9138-90FAC047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2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8DCB9-DF91-4AA9-8705-977E5D137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EB0DB-0031-4C45-AB29-F4A2BA81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35A-2814-4F4E-A19F-A3E148A0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40A8-CB32-495E-A670-F50778A3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E0015-D7E2-443B-8B70-D96C6122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6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4B8ED6-F709-4040-BB5C-D9E4552E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C392E-D194-4973-B6B5-99CF8368F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98AFD-4F33-44D5-B647-7CC733A3E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F1B96-5D90-4FC0-B4A0-B5C5E198248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A02BE-76A6-4939-8CF3-8060C65CC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32427-3D3D-4CA5-8BFE-216D18224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C8D4-8FAB-46D5-81B5-6E4F3EF3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6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9DCB5901-6E01-41FA-959F-EC649A789B42}"/>
              </a:ext>
            </a:extLst>
          </p:cNvPr>
          <p:cNvGrpSpPr/>
          <p:nvPr/>
        </p:nvGrpSpPr>
        <p:grpSpPr>
          <a:xfrm>
            <a:off x="1468045" y="1627864"/>
            <a:ext cx="1956105" cy="432233"/>
            <a:chOff x="2969623" y="1023098"/>
            <a:chExt cx="1956105" cy="4322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2B12D2F-53FE-4F9A-AF1B-9A3D56F65DB7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Public Release Authorized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92C5161-CC60-40E2-BF60-D6991193CFA5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PUBLIC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7348B7A-870C-408A-BCE7-3919713B7737}"/>
              </a:ext>
            </a:extLst>
          </p:cNvPr>
          <p:cNvGrpSpPr/>
          <p:nvPr/>
        </p:nvGrpSpPr>
        <p:grpSpPr>
          <a:xfrm>
            <a:off x="1468043" y="2187972"/>
            <a:ext cx="1956107" cy="449312"/>
            <a:chOff x="2969621" y="1967254"/>
            <a:chExt cx="1956107" cy="4493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4AE6B6-06AE-4282-9FCE-21B1FB62A6E8}"/>
                </a:ext>
              </a:extLst>
            </p:cNvPr>
            <p:cNvSpPr txBox="1"/>
            <p:nvPr/>
          </p:nvSpPr>
          <p:spPr>
            <a:xfrm>
              <a:off x="2969621" y="2201122"/>
              <a:ext cx="19561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Internal Use Only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730BC81-AD0D-459B-BBE7-8663DD83C883}"/>
                </a:ext>
              </a:extLst>
            </p:cNvPr>
            <p:cNvSpPr/>
            <p:nvPr/>
          </p:nvSpPr>
          <p:spPr>
            <a:xfrm>
              <a:off x="2969623" y="1967254"/>
              <a:ext cx="1956105" cy="2613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INTERNAL USE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86879C7-30D5-434C-8330-19156CC6195C}"/>
              </a:ext>
            </a:extLst>
          </p:cNvPr>
          <p:cNvGrpSpPr/>
          <p:nvPr/>
        </p:nvGrpSpPr>
        <p:grpSpPr>
          <a:xfrm>
            <a:off x="1468041" y="2758927"/>
            <a:ext cx="1956107" cy="446042"/>
            <a:chOff x="2969621" y="2987317"/>
            <a:chExt cx="1956107" cy="4460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E78943-F99E-4F95-8CEB-1AD93E9DF4E9}"/>
                </a:ext>
              </a:extLst>
            </p:cNvPr>
            <p:cNvSpPr txBox="1"/>
            <p:nvPr/>
          </p:nvSpPr>
          <p:spPr>
            <a:xfrm>
              <a:off x="2969621" y="3217915"/>
              <a:ext cx="19561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3A4683D-67D5-46D8-BECC-91A2DE54CE12}"/>
                </a:ext>
              </a:extLst>
            </p:cNvPr>
            <p:cNvSpPr/>
            <p:nvPr/>
          </p:nvSpPr>
          <p:spPr>
            <a:xfrm>
              <a:off x="2969623" y="2987317"/>
              <a:ext cx="1956105" cy="2613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CONFIDENTIAL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BCE82C-DC6F-4534-B984-09DEB318D06D}"/>
              </a:ext>
            </a:extLst>
          </p:cNvPr>
          <p:cNvGrpSpPr/>
          <p:nvPr/>
        </p:nvGrpSpPr>
        <p:grpSpPr>
          <a:xfrm>
            <a:off x="1468039" y="3342235"/>
            <a:ext cx="1956107" cy="448954"/>
            <a:chOff x="2969621" y="4085039"/>
            <a:chExt cx="1956107" cy="4489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27F8FF-9F2A-4B4B-8FF2-4890DB3ECD70}"/>
                </a:ext>
              </a:extLst>
            </p:cNvPr>
            <p:cNvSpPr txBox="1"/>
            <p:nvPr/>
          </p:nvSpPr>
          <p:spPr>
            <a:xfrm>
              <a:off x="2969621" y="4318549"/>
              <a:ext cx="19561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4F327A7-B69C-4109-982C-3B9A1ADC2E0B}"/>
                </a:ext>
              </a:extLst>
            </p:cNvPr>
            <p:cNvSpPr/>
            <p:nvPr/>
          </p:nvSpPr>
          <p:spPr>
            <a:xfrm>
              <a:off x="2969623" y="4085039"/>
              <a:ext cx="1956105" cy="261328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RESTRICTED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B720CA-2935-48A2-8B9C-D8D997CC9D2B}"/>
              </a:ext>
            </a:extLst>
          </p:cNvPr>
          <p:cNvGrpSpPr/>
          <p:nvPr/>
        </p:nvGrpSpPr>
        <p:grpSpPr>
          <a:xfrm>
            <a:off x="1468039" y="3933412"/>
            <a:ext cx="1956105" cy="432233"/>
            <a:chOff x="2969623" y="1023098"/>
            <a:chExt cx="1956105" cy="43223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A6EEE1-867B-40B5-9A6C-7001E5DD0A04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57EE6A7-06F5-47F7-8D49-F900F4DD0D84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PD - RESTRICTED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C49BAC-F8EE-C7C8-A0F9-E958B041D8B6}"/>
              </a:ext>
            </a:extLst>
          </p:cNvPr>
          <p:cNvGrpSpPr/>
          <p:nvPr/>
        </p:nvGrpSpPr>
        <p:grpSpPr>
          <a:xfrm>
            <a:off x="1452315" y="4613850"/>
            <a:ext cx="1971828" cy="432233"/>
            <a:chOff x="2953900" y="1023098"/>
            <a:chExt cx="1971828" cy="43223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77C70EC-57C7-C133-B9F4-7FB0DA3422A9}"/>
                </a:ext>
              </a:extLst>
            </p:cNvPr>
            <p:cNvSpPr txBox="1"/>
            <p:nvPr/>
          </p:nvSpPr>
          <p:spPr>
            <a:xfrm>
              <a:off x="2953900" y="1239887"/>
              <a:ext cx="19718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90B3DF5-6729-4AAE-0548-C38684893DD2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sPD - RESTRICTED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BEF7B59-9C4A-AA02-A557-6B852926D3BC}"/>
              </a:ext>
            </a:extLst>
          </p:cNvPr>
          <p:cNvGrpSpPr/>
          <p:nvPr/>
        </p:nvGrpSpPr>
        <p:grpSpPr>
          <a:xfrm>
            <a:off x="1468037" y="5290116"/>
            <a:ext cx="1956105" cy="555343"/>
            <a:chOff x="2969623" y="1023098"/>
            <a:chExt cx="1956105" cy="55534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42D7FC-63FC-02CA-1F4B-D9998F235A2F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Controlled Unclassified Information (CUI)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E334132-BAF7-BD44-AB43-50F7CBE554A4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rgbClr val="5D2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CUI - RESTRICTED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CE26D5-F591-94F9-1493-7F991E19097B}"/>
              </a:ext>
            </a:extLst>
          </p:cNvPr>
          <p:cNvGrpSpPr/>
          <p:nvPr/>
        </p:nvGrpSpPr>
        <p:grpSpPr>
          <a:xfrm>
            <a:off x="6524068" y="1678845"/>
            <a:ext cx="1956105" cy="555343"/>
            <a:chOff x="2969623" y="1023098"/>
            <a:chExt cx="1956105" cy="55534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A31F50-71F5-D34C-FCEC-A4F8615CC8AE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Uncontrolled Unclassified Information (UUI)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Public Release Authorized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ACE5E89-0B2B-BF6B-DB1E-49171BB64895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UUI - PUBLIC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6896FA-FF85-8411-28BC-4559A89168B1}"/>
              </a:ext>
            </a:extLst>
          </p:cNvPr>
          <p:cNvGrpSpPr/>
          <p:nvPr/>
        </p:nvGrpSpPr>
        <p:grpSpPr>
          <a:xfrm>
            <a:off x="8906781" y="1668474"/>
            <a:ext cx="1956107" cy="572422"/>
            <a:chOff x="2969621" y="1967254"/>
            <a:chExt cx="1956107" cy="57242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C7E903-9A45-371F-2ACC-B3477A03D2CA}"/>
                </a:ext>
              </a:extLst>
            </p:cNvPr>
            <p:cNvSpPr txBox="1"/>
            <p:nvPr/>
          </p:nvSpPr>
          <p:spPr>
            <a:xfrm>
              <a:off x="2969621" y="2201122"/>
              <a:ext cx="1956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Uncontrolled Unclassified Information (UUI)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Internal Use Only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0F221A3-4C80-4645-ECC1-5703C7D6EA10}"/>
                </a:ext>
              </a:extLst>
            </p:cNvPr>
            <p:cNvSpPr/>
            <p:nvPr/>
          </p:nvSpPr>
          <p:spPr>
            <a:xfrm>
              <a:off x="2969623" y="1967254"/>
              <a:ext cx="1956105" cy="2613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UUI - INTERNAL USE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5A068E-D790-5603-8B5D-6A40B8EF7885}"/>
              </a:ext>
            </a:extLst>
          </p:cNvPr>
          <p:cNvGrpSpPr/>
          <p:nvPr/>
        </p:nvGrpSpPr>
        <p:grpSpPr>
          <a:xfrm>
            <a:off x="6524066" y="2373647"/>
            <a:ext cx="1956107" cy="569152"/>
            <a:chOff x="2969621" y="2987317"/>
            <a:chExt cx="1956107" cy="56915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4A28A7-D554-60AF-0A1E-6DC342A0FDC5}"/>
                </a:ext>
              </a:extLst>
            </p:cNvPr>
            <p:cNvSpPr txBox="1"/>
            <p:nvPr/>
          </p:nvSpPr>
          <p:spPr>
            <a:xfrm>
              <a:off x="2969621" y="3217915"/>
              <a:ext cx="1956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Uncontrolled Unclassified Information (UUI)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B39C7D2-339E-F736-2666-AB427251A47B}"/>
                </a:ext>
              </a:extLst>
            </p:cNvPr>
            <p:cNvSpPr/>
            <p:nvPr/>
          </p:nvSpPr>
          <p:spPr>
            <a:xfrm>
              <a:off x="2969623" y="2987317"/>
              <a:ext cx="1956105" cy="2613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UUI - CONFIDENTIAL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995226-816D-1B70-882A-5A966FBB9F0A}"/>
              </a:ext>
            </a:extLst>
          </p:cNvPr>
          <p:cNvGrpSpPr/>
          <p:nvPr/>
        </p:nvGrpSpPr>
        <p:grpSpPr>
          <a:xfrm>
            <a:off x="8906779" y="2368586"/>
            <a:ext cx="1956107" cy="572064"/>
            <a:chOff x="2969621" y="4085039"/>
            <a:chExt cx="1956107" cy="57206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8D49DF-2967-DC4E-ECEF-9007D596044C}"/>
                </a:ext>
              </a:extLst>
            </p:cNvPr>
            <p:cNvSpPr txBox="1"/>
            <p:nvPr/>
          </p:nvSpPr>
          <p:spPr>
            <a:xfrm>
              <a:off x="2969621" y="4318549"/>
              <a:ext cx="1956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Uncontrolled Unclassified Information (UUI)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DE6A1AC-46FE-8C94-58CB-C0E33328081D}"/>
                </a:ext>
              </a:extLst>
            </p:cNvPr>
            <p:cNvSpPr/>
            <p:nvPr/>
          </p:nvSpPr>
          <p:spPr>
            <a:xfrm>
              <a:off x="2969623" y="4085039"/>
              <a:ext cx="1956105" cy="261328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UUI - RESTRICTED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863D3F-4A77-1EF1-C87C-396925B7A9D3}"/>
              </a:ext>
            </a:extLst>
          </p:cNvPr>
          <p:cNvGrpSpPr/>
          <p:nvPr/>
        </p:nvGrpSpPr>
        <p:grpSpPr>
          <a:xfrm>
            <a:off x="6524066" y="3142022"/>
            <a:ext cx="1956105" cy="678454"/>
            <a:chOff x="2969623" y="1023098"/>
            <a:chExt cx="1956105" cy="67845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99DC36-B662-492A-8352-FD4D8E7F2A1C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Controlled Unclassified Information (CUI)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GENERAL PRIVACY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1A85F68-26CC-E87F-F1F1-264DA56F96EE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rgbClr val="5D2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CUI//PRVCY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7444E52-74DD-7F92-94C2-7AFDE62D8FEB}"/>
              </a:ext>
            </a:extLst>
          </p:cNvPr>
          <p:cNvSpPr txBox="1"/>
          <p:nvPr/>
        </p:nvSpPr>
        <p:spPr>
          <a:xfrm>
            <a:off x="1180367" y="605342"/>
            <a:ext cx="2531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OPTION 1 - SIMPLIFIED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A36F57-1CFD-F0E8-9401-24B0418A1261}"/>
              </a:ext>
            </a:extLst>
          </p:cNvPr>
          <p:cNvSpPr txBox="1"/>
          <p:nvPr/>
        </p:nvSpPr>
        <p:spPr>
          <a:xfrm>
            <a:off x="7679800" y="621693"/>
            <a:ext cx="2440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OPTION 2 – COMPLEX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0C97BCD-B220-BA0A-AF26-0858A3EF85A6}"/>
              </a:ext>
            </a:extLst>
          </p:cNvPr>
          <p:cNvGrpSpPr/>
          <p:nvPr/>
        </p:nvGrpSpPr>
        <p:grpSpPr>
          <a:xfrm>
            <a:off x="8906778" y="3127439"/>
            <a:ext cx="1956105" cy="678454"/>
            <a:chOff x="2969623" y="1023098"/>
            <a:chExt cx="1956105" cy="67845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3F935CC-2977-0465-23C3-4B4212EECF5F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Controlled Unclassified Information (CUI)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PERSONNEL RECORDS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7DEDA54-D79B-73E7-0D40-BDF870D8BDB4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rgbClr val="5D2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CUI//PERS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73686CE-776D-AE10-7403-0ACBC91003B9}"/>
              </a:ext>
            </a:extLst>
          </p:cNvPr>
          <p:cNvGrpSpPr/>
          <p:nvPr/>
        </p:nvGrpSpPr>
        <p:grpSpPr>
          <a:xfrm>
            <a:off x="6555661" y="3967612"/>
            <a:ext cx="1956105" cy="678454"/>
            <a:chOff x="2969623" y="1023098"/>
            <a:chExt cx="1956105" cy="67845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9A8A82-E101-A01B-7F5C-FD7278C5440A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Controlled Unclassified Information (CUI)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CONTRACT USE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53E2B33-ABD7-9194-C15D-00C63FCF51D0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rgbClr val="5D2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CUI//SP-CONTRACT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0D960E0-CCC7-CE14-DEA8-D09A6399969F}"/>
              </a:ext>
            </a:extLst>
          </p:cNvPr>
          <p:cNvGrpSpPr/>
          <p:nvPr/>
        </p:nvGrpSpPr>
        <p:grpSpPr>
          <a:xfrm>
            <a:off x="8899846" y="3955090"/>
            <a:ext cx="1956105" cy="678454"/>
            <a:chOff x="2969623" y="1023098"/>
            <a:chExt cx="1956105" cy="67845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738CF0-3D13-8BAD-475F-9984E7F6D344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Controlled Unclassified Information (CUI)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HEALTH INFORMATION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DCEA5C6-C977-58D7-28D3-43F9BD67E29A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rgbClr val="5D2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CUI//SP-HLTH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D869D66-F8C9-B844-CF31-E3DFF33A023B}"/>
              </a:ext>
            </a:extLst>
          </p:cNvPr>
          <p:cNvGrpSpPr/>
          <p:nvPr/>
        </p:nvGrpSpPr>
        <p:grpSpPr>
          <a:xfrm>
            <a:off x="6524065" y="4793202"/>
            <a:ext cx="1956105" cy="678454"/>
            <a:chOff x="2969623" y="1023098"/>
            <a:chExt cx="1956105" cy="67845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0E2F40-93B8-DA3B-1366-178663342E25}"/>
                </a:ext>
              </a:extLst>
            </p:cNvPr>
            <p:cNvSpPr txBox="1"/>
            <p:nvPr/>
          </p:nvSpPr>
          <p:spPr>
            <a:xfrm>
              <a:off x="2969624" y="1239887"/>
              <a:ext cx="195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Controlled Unclassified Information (CUI)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SENSITIVE PERSONAL DATA (sPD)</a:t>
              </a:r>
            </a:p>
            <a:p>
              <a:pPr algn="ctr"/>
              <a:r>
                <a:rPr lang="en-US" sz="8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Access Limited to Authorized Personnel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14C2853-AED2-5477-1EF1-78C027BF3239}"/>
                </a:ext>
              </a:extLst>
            </p:cNvPr>
            <p:cNvSpPr/>
            <p:nvPr/>
          </p:nvSpPr>
          <p:spPr>
            <a:xfrm>
              <a:off x="2969623" y="1023098"/>
              <a:ext cx="1956105" cy="261328"/>
            </a:xfrm>
            <a:prstGeom prst="roundRect">
              <a:avLst/>
            </a:prstGeom>
            <a:solidFill>
              <a:srgbClr val="5D2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CUI//SP-PRVCY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541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4D3CF-6A22-CCD8-EE95-26FEB377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49" y="1390650"/>
            <a:ext cx="1204235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202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</vt:vector>
  </TitlesOfParts>
  <Company>Compliance Forge LLC</Company>
  <LinksUpToDate>false</LinksUpToDate>
  <SharedDoc>false</SharedDoc>
  <HyperlinkBase>https://www.complianceforge.com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ComplianceForge</dc:creator>
  <cp:keywords>Data Classification Icons</cp:keywords>
  <cp:lastModifiedBy>Tom Cornelius</cp:lastModifiedBy>
  <cp:revision>6</cp:revision>
  <dcterms:created xsi:type="dcterms:W3CDTF">2019-08-22T00:48:39Z</dcterms:created>
  <dcterms:modified xsi:type="dcterms:W3CDTF">2024-01-01T23:29:43Z</dcterms:modified>
  <cp:contentStatus>Copyright 2023</cp:contentStatus>
</cp:coreProperties>
</file>